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4911BC-8DE4-4988-8400-4AE5C3887952}" v="1" dt="2026-02-18T11:05:06.5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3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han Wilson (ew8g21)" userId="93a47158-3da4-4537-b160-38c3c063c88c" providerId="ADAL" clId="{0D1058B0-B566-489D-A18D-C4717428FF28}"/>
    <pc:docChg chg="custSel addSld modSld">
      <pc:chgData name="Ethan Wilson (ew8g21)" userId="93a47158-3da4-4537-b160-38c3c063c88c" providerId="ADAL" clId="{0D1058B0-B566-489D-A18D-C4717428FF28}" dt="2026-02-18T11:08:51.704" v="77" actId="1076"/>
      <pc:docMkLst>
        <pc:docMk/>
      </pc:docMkLst>
      <pc:sldChg chg="addSp delSp modSp new mod">
        <pc:chgData name="Ethan Wilson (ew8g21)" userId="93a47158-3da4-4537-b160-38c3c063c88c" providerId="ADAL" clId="{0D1058B0-B566-489D-A18D-C4717428FF28}" dt="2026-02-18T11:08:51.704" v="77" actId="1076"/>
        <pc:sldMkLst>
          <pc:docMk/>
          <pc:sldMk cId="4278599754" sldId="256"/>
        </pc:sldMkLst>
        <pc:spChg chg="del">
          <ac:chgData name="Ethan Wilson (ew8g21)" userId="93a47158-3da4-4537-b160-38c3c063c88c" providerId="ADAL" clId="{0D1058B0-B566-489D-A18D-C4717428FF28}" dt="2026-02-18T11:04:56.814" v="1" actId="478"/>
          <ac:spMkLst>
            <pc:docMk/>
            <pc:sldMk cId="4278599754" sldId="256"/>
            <ac:spMk id="2" creationId="{B8C81684-A818-9154-A5FF-B367ED503C65}"/>
          </ac:spMkLst>
        </pc:spChg>
        <pc:spChg chg="del">
          <ac:chgData name="Ethan Wilson (ew8g21)" userId="93a47158-3da4-4537-b160-38c3c063c88c" providerId="ADAL" clId="{0D1058B0-B566-489D-A18D-C4717428FF28}" dt="2026-02-18T11:04:56.814" v="1" actId="478"/>
          <ac:spMkLst>
            <pc:docMk/>
            <pc:sldMk cId="4278599754" sldId="256"/>
            <ac:spMk id="3" creationId="{5B51ACD9-1C48-703B-DE22-20A5D6339313}"/>
          </ac:spMkLst>
        </pc:spChg>
        <pc:spChg chg="add mod">
          <ac:chgData name="Ethan Wilson (ew8g21)" userId="93a47158-3da4-4537-b160-38c3c063c88c" providerId="ADAL" clId="{0D1058B0-B566-489D-A18D-C4717428FF28}" dt="2026-02-18T11:06:22.814" v="27" actId="20577"/>
          <ac:spMkLst>
            <pc:docMk/>
            <pc:sldMk cId="4278599754" sldId="256"/>
            <ac:spMk id="4" creationId="{0D03ABC7-FF31-03C6-5E9D-72BA7B353D2A}"/>
          </ac:spMkLst>
        </pc:spChg>
        <pc:spChg chg="add mod">
          <ac:chgData name="Ethan Wilson (ew8g21)" userId="93a47158-3da4-4537-b160-38c3c063c88c" providerId="ADAL" clId="{0D1058B0-B566-489D-A18D-C4717428FF28}" dt="2026-02-18T11:07:09.930" v="59" actId="1076"/>
          <ac:spMkLst>
            <pc:docMk/>
            <pc:sldMk cId="4278599754" sldId="256"/>
            <ac:spMk id="5" creationId="{F5F56E15-406E-6C64-2463-FF205F343002}"/>
          </ac:spMkLst>
        </pc:spChg>
        <pc:spChg chg="add mod">
          <ac:chgData name="Ethan Wilson (ew8g21)" userId="93a47158-3da4-4537-b160-38c3c063c88c" providerId="ADAL" clId="{0D1058B0-B566-489D-A18D-C4717428FF28}" dt="2026-02-18T11:08:51.704" v="77" actId="1076"/>
          <ac:spMkLst>
            <pc:docMk/>
            <pc:sldMk cId="4278599754" sldId="256"/>
            <ac:spMk id="6" creationId="{DD14EB6D-64A8-7F2A-BEED-5EA0EBA1BB9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7916-3C2B-42A9-BFEC-EECBFFC261FA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99FE1-4A38-4750-AB87-DBF5E5D6B1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802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7916-3C2B-42A9-BFEC-EECBFFC261FA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99FE1-4A38-4750-AB87-DBF5E5D6B1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194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7916-3C2B-42A9-BFEC-EECBFFC261FA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99FE1-4A38-4750-AB87-DBF5E5D6B1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852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7916-3C2B-42A9-BFEC-EECBFFC261FA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99FE1-4A38-4750-AB87-DBF5E5D6B1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6434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7916-3C2B-42A9-BFEC-EECBFFC261FA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99FE1-4A38-4750-AB87-DBF5E5D6B1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946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7916-3C2B-42A9-BFEC-EECBFFC261FA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99FE1-4A38-4750-AB87-DBF5E5D6B1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5444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7916-3C2B-42A9-BFEC-EECBFFC261FA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99FE1-4A38-4750-AB87-DBF5E5D6B1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943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7916-3C2B-42A9-BFEC-EECBFFC261FA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99FE1-4A38-4750-AB87-DBF5E5D6B1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9072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7916-3C2B-42A9-BFEC-EECBFFC261FA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99FE1-4A38-4750-AB87-DBF5E5D6B1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6310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7916-3C2B-42A9-BFEC-EECBFFC261FA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99FE1-4A38-4750-AB87-DBF5E5D6B1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1210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77916-3C2B-42A9-BFEC-EECBFFC261FA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99FE1-4A38-4750-AB87-DBF5E5D6B1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142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77916-3C2B-42A9-BFEC-EECBFFC261FA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99FE1-4A38-4750-AB87-DBF5E5D6B1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8125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0D03ABC7-FF31-03C6-5E9D-72BA7B353D2A}"/>
              </a:ext>
            </a:extLst>
          </p:cNvPr>
          <p:cNvSpPr/>
          <p:nvPr/>
        </p:nvSpPr>
        <p:spPr>
          <a:xfrm>
            <a:off x="787939" y="622569"/>
            <a:ext cx="1800000" cy="3960000"/>
          </a:xfrm>
          <a:prstGeom prst="flowChartAlternateProcess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Sensor Suite PCB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F5F56E15-406E-6C64-2463-FF205F343002}"/>
              </a:ext>
            </a:extLst>
          </p:cNvPr>
          <p:cNvSpPr/>
          <p:nvPr/>
        </p:nvSpPr>
        <p:spPr>
          <a:xfrm>
            <a:off x="3146325" y="622569"/>
            <a:ext cx="828000" cy="1080000"/>
          </a:xfrm>
          <a:prstGeom prst="flowChartAlternateProcess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Photo-optics PCB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DD14EB6D-64A8-7F2A-BEED-5EA0EBA1BB9C}"/>
              </a:ext>
            </a:extLst>
          </p:cNvPr>
          <p:cNvSpPr/>
          <p:nvPr/>
        </p:nvSpPr>
        <p:spPr>
          <a:xfrm>
            <a:off x="2830749" y="1940782"/>
            <a:ext cx="1620000" cy="432000"/>
          </a:xfrm>
          <a:prstGeom prst="flowChartAlternateProcess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/>
              <a:t>Reperix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278599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6</Words>
  <Application>Microsoft Office PowerPoint</Application>
  <PresentationFormat>A4 Paper (210x297 mm)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 (ew8g21)</dc:creator>
  <cp:lastModifiedBy>Ethan Wilson (ew8g21)</cp:lastModifiedBy>
  <cp:revision>1</cp:revision>
  <dcterms:created xsi:type="dcterms:W3CDTF">2026-02-18T11:03:46Z</dcterms:created>
  <dcterms:modified xsi:type="dcterms:W3CDTF">2026-02-18T11:09:00Z</dcterms:modified>
</cp:coreProperties>
</file>